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Eason-Style AI 協作導入提案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目標：建立企業級 AI 開發能力</a:t>
            </a:r>
          </a:p>
          <a:p>
            <a:pPr/>
            <a:r>
              <a:t>將 AI 從工具提升為可控開發系統</a:t>
            </a:r>
          </a:p>
          <a:p>
            <a:pPr/>
            <a:r>
              <a:t>適用：中大型系統 / 多團隊協作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這不是導入工具，而是能力建設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現況問題（Why Change）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需求反覆溝通（PM / SA / PG）</a:t>
            </a:r>
          </a:p>
          <a:p>
            <a:pPr/>
            <a:r>
              <a:t>AI 使用零散、產出不穩</a:t>
            </a:r>
          </a:p>
          <a:p>
            <a:pPr/>
            <a:r>
              <a:t>開發效率難量化、難管理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現在最大的成本不是寫程式，而是溝通與返工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核心解法（What）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UC：定義需求邊界（Use Case）</a:t>
            </a:r>
          </a:p>
          <a:p>
            <a:pPr/>
            <a:r>
              <a:t>Skill：標準化產出（Web/API/Backend）</a:t>
            </a:r>
          </a:p>
          <a:p>
            <a:pPr/>
            <a:r>
              <a:t>Flow：Review / Apply /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讓 AI 可控、可驗證、可擴展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運作模型（How）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需求 → UC → Skill → AI</a:t>
            </a:r>
          </a:p>
          <a:p>
            <a:pPr/>
            <a:r>
              <a:t>Review → Apply → Archive</a:t>
            </a:r>
          </a:p>
          <a:p>
            <a:pPr/>
            <a:r>
              <a:t>形成可追蹤閉環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AI 不再隨機，而是可管理流程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導入後改變（Impact）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溝通成本下降</a:t>
            </a:r>
          </a:p>
          <a:p>
            <a:pPr/>
            <a:r>
              <a:t>開發流程標準化</a:t>
            </a:r>
          </a:p>
          <a:p>
            <a:pPr/>
            <a:r>
              <a:t>AI 產出可預測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AI 要進入流程，而不是停在個人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ROI（Business Value）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5人團隊：約50萬/月</a:t>
            </a:r>
          </a:p>
          <a:p>
            <a:pPr/>
            <a:r>
              <a:t>效率提升30% → 節省15萬/月</a:t>
            </a:r>
          </a:p>
          <a:p>
            <a:pPr/>
            <a:r>
              <a:t>年效益：約180萬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ROI 來自穩定產出，而非工具本身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90天導入計畫（Execution）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1：試點（UC + 基礎Skill）</a:t>
            </a:r>
          </a:p>
          <a:p>
            <a:pPr/>
            <a:r>
              <a:t>Phase 2：擴展（Web/API）</a:t>
            </a:r>
          </a:p>
          <a:p>
            <a:pPr/>
            <a:r>
              <a:t>Phase 3：平台化（Skill Repository）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先小規模成功，再全面擴展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組織影響（Transformation）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PM：需求結構化（UC）</a:t>
            </a:r>
          </a:p>
          <a:p>
            <a:pPr/>
            <a:r>
              <a:t>SA：架構與規範（關鍵角色）</a:t>
            </a:r>
          </a:p>
          <a:p>
            <a:pPr/>
            <a:r>
              <a:t>PG：從寫 code → 管 AI</a:t>
            </a:r>
          </a:p>
          <a:p>
            <a:pPr/>
            <a:r>
              <a:t>QA：驗證 AI 輸出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這是組織能力升級，不只是工具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風險控管（Risk Control）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架構錯誤 → SA Review</a:t>
            </a:r>
          </a:p>
          <a:p>
            <a:pPr/>
            <a:r>
              <a:t>Skill 混亂 → 版本控管</a:t>
            </a:r>
          </a:p>
          <a:p>
            <a:pPr/>
            <a:r>
              <a:t>團隊抗拒 → 試點導入</a:t>
            </a:r>
          </a:p>
          <a:p>
            <a:pPr/>
            <a:r>
              <a:t>過度工程 → 控制範圍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沒有驗證的 AI，是不可用的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決策結論（Decision）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建立企業 AI 開發能力</a:t>
            </a:r>
          </a:p>
          <a:p>
            <a:pPr/>
            <a:r>
              <a:t>可持續累積的競爭優勢</a:t>
            </a:r>
          </a:p>
          <a:p>
            <a:pPr/>
            <a:r>
              <a:t>適合長期專案導入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👉 這是一項能力投資，而不是成本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